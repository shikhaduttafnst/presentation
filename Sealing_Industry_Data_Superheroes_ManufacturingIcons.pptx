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28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Sealing Industry Data Superheroes 🏭🛠️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800">
                <a:solidFill>
                  <a:srgbClr val="009900"/>
                </a:solidFill>
              </a:defRPr>
            </a:pPr>
            <a:r>
              <a:rPr sz="2600" b="1">
                <a:solidFill>
                  <a:srgbClr val="0066CC"/>
                </a:solidFill>
              </a:rPr>
              <a:t>Data Architects, Data Engineers, and Data Scientists
Explained for the Sealing/Manufacturing World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64480"/>
            <a:ext cx="8139723" cy="965573"/>
          </a:xfrm>
        </p:spPr>
        <p:txBody>
          <a:bodyPr>
            <a:normAutofit/>
          </a:bodyPr>
          <a:lstStyle/>
          <a:p>
            <a:pPr>
              <a:defRPr sz="4000">
                <a:solidFill>
                  <a:srgbClr val="FF6600"/>
                </a:solidFill>
              </a:defRPr>
            </a:pPr>
            <a:r>
              <a:rPr sz="3600" dirty="0"/>
              <a:t>How We Build Better Seals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1680" y="1097280"/>
            <a:ext cx="6858000" cy="4892040"/>
          </a:xfrm>
        </p:spPr>
        <p:txBody>
          <a:bodyPr wrap="square">
            <a:normAutofit fontScale="70000" lnSpcReduction="20000"/>
          </a:bodyPr>
          <a:lstStyle/>
          <a:p>
            <a:endParaRPr dirty="0"/>
          </a:p>
          <a:p>
            <a:r>
              <a:rPr sz="2600" b="1" dirty="0">
                <a:solidFill>
                  <a:srgbClr val="0066CC"/>
                </a:solidFill>
              </a:rPr>
              <a:t>🏗️ Data Architect</a:t>
            </a:r>
            <a:r>
              <a:rPr lang="en-US" sz="2600" b="1" dirty="0">
                <a:solidFill>
                  <a:srgbClr val="0066CC"/>
                </a:solidFill>
              </a:rPr>
              <a:t>: </a:t>
            </a:r>
            <a:r>
              <a:rPr sz="2600" b="1" dirty="0">
                <a:solidFill>
                  <a:srgbClr val="0066CC"/>
                </a:solidFill>
              </a:rPr>
              <a:t>Plant &amp; Systems Planner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sz="2000" dirty="0"/>
              <a:t>Designs the data blueprint across ERP, MES, LIMS/Quality, SCADA/PLC, and IoT sensors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sz="2000" dirty="0"/>
              <a:t>Maps how data flows from presses, curing ovens, inspection lines, and lab tests</a:t>
            </a:r>
          </a:p>
          <a:p>
            <a:r>
              <a:rPr sz="600" dirty="0"/>
              <a:t> </a:t>
            </a:r>
          </a:p>
          <a:p>
            <a:r>
              <a:rPr sz="2600" b="1" dirty="0">
                <a:solidFill>
                  <a:srgbClr val="009900"/>
                </a:solidFill>
              </a:rPr>
              <a:t>🚚 Data Engineer</a:t>
            </a:r>
            <a:r>
              <a:rPr lang="en-US" sz="2600" b="1" dirty="0">
                <a:solidFill>
                  <a:srgbClr val="009900"/>
                </a:solidFill>
              </a:rPr>
              <a:t>: </a:t>
            </a:r>
            <a:r>
              <a:rPr sz="2600" b="1" dirty="0">
                <a:solidFill>
                  <a:srgbClr val="009900"/>
                </a:solidFill>
              </a:rPr>
              <a:t>Pipeline &amp; Automation Builder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sz="2000" dirty="0"/>
              <a:t>Builds robust pipelines to ingest machine logs (torque, temp/pressure) and lab results (Shore A, compression set)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sz="2000" dirty="0"/>
              <a:t>Combines ERP/MES data (BOM, routing, work orders, lots) into clean, timely tables for dashboards and analysis</a:t>
            </a:r>
          </a:p>
          <a:p>
            <a:r>
              <a:rPr sz="600" dirty="0"/>
              <a:t> </a:t>
            </a:r>
          </a:p>
          <a:p>
            <a:r>
              <a:rPr sz="2600" b="1" dirty="0">
                <a:solidFill>
                  <a:srgbClr val="CC0066"/>
                </a:solidFill>
              </a:rPr>
              <a:t>🔍 Data Scientist</a:t>
            </a:r>
            <a:r>
              <a:rPr lang="en-US" sz="2600" b="1" dirty="0">
                <a:solidFill>
                  <a:srgbClr val="CC0066"/>
                </a:solidFill>
              </a:rPr>
              <a:t>: </a:t>
            </a:r>
            <a:r>
              <a:rPr sz="2600" b="1" dirty="0">
                <a:solidFill>
                  <a:srgbClr val="CC0066"/>
                </a:solidFill>
              </a:rPr>
              <a:t>Quality &amp; Optimization Detective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sz="2000" dirty="0"/>
              <a:t>Finds patterns: scrap vs cure temp, leak fails vs batch/lot, tool wear vs cycle time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sz="2000" dirty="0"/>
              <a:t>Predicts defects and recommends settings to improve yield, first-pass quality, and on-time delivery</a:t>
            </a:r>
          </a:p>
          <a:p>
            <a:r>
              <a:rPr sz="600" dirty="0"/>
              <a:t> </a:t>
            </a:r>
          </a:p>
          <a:p>
            <a:r>
              <a:rPr sz="2600" b="1" dirty="0">
                <a:solidFill>
                  <a:srgbClr val="FF6600"/>
                </a:solidFill>
              </a:rPr>
              <a:t>🧪 Sealing-Line Use Case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sz="2000" dirty="0"/>
              <a:t>Architect maps orders → work orders → machines → material lots → lab/inspection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sz="2000" dirty="0"/>
              <a:t>Engineer builds pipelines from PLC/OPC-UA + LIMS + ERP into a trusted 'silver'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sz="2000" dirty="0"/>
              <a:t>Scientist flags high-risk batches and suggests parameter windows to reduce leaks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10250"/>
            <a:ext cx="1737360" cy="822960"/>
          </a:xfrm>
          <a:prstGeom prst="rect">
            <a:avLst/>
          </a:prstGeom>
          <a:solidFill>
            <a:srgbClr val="DCE6F1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>
            <a:off x="274320" y="990210"/>
            <a:ext cx="1097280" cy="548640"/>
          </a:xfrm>
          <a:prstGeom prst="triangle">
            <a:avLst/>
          </a:prstGeom>
          <a:solidFill>
            <a:srgbClr val="C8DAEB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54480" y="1035930"/>
            <a:ext cx="320040" cy="640080"/>
          </a:xfrm>
          <a:prstGeom prst="rect">
            <a:avLst/>
          </a:prstGeom>
          <a:solidFill>
            <a:srgbClr val="C8DAEB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loud 6"/>
          <p:cNvSpPr/>
          <p:nvPr/>
        </p:nvSpPr>
        <p:spPr>
          <a:xfrm>
            <a:off x="1691640" y="853050"/>
            <a:ext cx="822960" cy="411480"/>
          </a:xfrm>
          <a:prstGeom prst="cloud">
            <a:avLst/>
          </a:prstGeom>
          <a:solidFill>
            <a:srgbClr val="E6F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93130"/>
            <a:ext cx="320040" cy="228600"/>
          </a:xfrm>
          <a:prstGeom prst="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0120" y="1493130"/>
            <a:ext cx="320040" cy="228600"/>
          </a:xfrm>
          <a:prstGeom prst="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463040" y="1493130"/>
            <a:ext cx="320040" cy="228600"/>
          </a:xfrm>
          <a:prstGeom prst="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4320" y="2641544"/>
            <a:ext cx="1828800" cy="374073"/>
          </a:xfrm>
          <a:prstGeom prst="roundRect">
            <a:avLst/>
          </a:prstGeom>
          <a:solidFill>
            <a:srgbClr val="E0F2E0"/>
          </a:solidFill>
          <a:ln w="25400"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7200" y="2909629"/>
            <a:ext cx="274320" cy="249383"/>
          </a:xfrm>
          <a:prstGeom prst="ellipse">
            <a:avLst/>
          </a:prstGeom>
          <a:solidFill>
            <a:srgbClr val="78787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68680" y="2909629"/>
            <a:ext cx="274320" cy="249383"/>
          </a:xfrm>
          <a:prstGeom prst="ellipse">
            <a:avLst/>
          </a:prstGeom>
          <a:solidFill>
            <a:srgbClr val="78787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80160" y="2909629"/>
            <a:ext cx="274320" cy="249383"/>
          </a:xfrm>
          <a:prstGeom prst="ellipse">
            <a:avLst/>
          </a:prstGeom>
          <a:solidFill>
            <a:srgbClr val="78787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91640" y="2909629"/>
            <a:ext cx="274320" cy="249383"/>
          </a:xfrm>
          <a:prstGeom prst="ellipse">
            <a:avLst/>
          </a:prstGeom>
          <a:solidFill>
            <a:srgbClr val="78787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2406709"/>
            <a:ext cx="457200" cy="249383"/>
          </a:xfrm>
          <a:prstGeom prst="rect">
            <a:avLst/>
          </a:prstGeom>
          <a:solidFill>
            <a:srgbClr val="F2E2C8"/>
          </a:solidFill>
          <a:ln>
            <a:solidFill>
              <a:srgbClr val="8C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80160" y="2406709"/>
            <a:ext cx="457200" cy="249383"/>
          </a:xfrm>
          <a:prstGeom prst="rect">
            <a:avLst/>
          </a:prstGeom>
          <a:solidFill>
            <a:srgbClr val="F2E2C8"/>
          </a:solidFill>
          <a:ln>
            <a:solidFill>
              <a:srgbClr val="8C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48640" y="3474720"/>
            <a:ext cx="1097280" cy="1097280"/>
          </a:xfrm>
          <a:prstGeom prst="ellipse">
            <a:avLst/>
          </a:prstGeom>
          <a:solidFill>
            <a:srgbClr val="FFF0F5"/>
          </a:solidFill>
          <a:ln w="25400">
            <a:solidFill>
              <a:srgbClr val="CC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sosceles Triangle 18"/>
          <p:cNvSpPr/>
          <p:nvPr/>
        </p:nvSpPr>
        <p:spPr>
          <a:xfrm rot="19500000">
            <a:off x="1097280" y="3977640"/>
            <a:ext cx="502920" cy="164592"/>
          </a:xfrm>
          <a:prstGeom prst="triangle">
            <a:avLst/>
          </a:prstGeom>
          <a:solidFill>
            <a:srgbClr val="CC0066"/>
          </a:solidFill>
          <a:ln>
            <a:solidFill>
              <a:srgbClr val="CC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7200" y="5029200"/>
            <a:ext cx="1234440" cy="114300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7240" y="5364870"/>
            <a:ext cx="594360" cy="48729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2101950"/>
            <a:ext cx="1737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066CC"/>
                </a:solidFill>
              </a:rPr>
              <a:t>Plant Layout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198060"/>
            <a:ext cx="192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09900"/>
                </a:solidFill>
              </a:rPr>
              <a:t>Conveyor &amp; PLC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5262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C0066"/>
                </a:solidFill>
              </a:rPr>
              <a:t>Quality Gauge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1264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O‑Ring Use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234</Words>
  <Application>Microsoft Office PowerPoint</Application>
  <PresentationFormat>On-screen Show (4:3)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Courier New</vt:lpstr>
      <vt:lpstr>Office Theme</vt:lpstr>
      <vt:lpstr>Sealing Industry Data Superheroes 🏭🛠️</vt:lpstr>
      <vt:lpstr>How We Build Better Seals Together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Sealing Industry Data Superheroes 🏭🛠️</dc:title>
  <dc:subject/>
  <dc:creator/>
  <cp:keywords/>
  <dc:description>generated using python-pptx</dc:description>
  <cp:lastModifiedBy>Koda</cp:lastModifiedBy>
  <cp:revision>2</cp:revision>
  <dcterms:created xsi:type="dcterms:W3CDTF">2013-01-27T09:14:16Z</dcterms:created>
  <dcterms:modified xsi:type="dcterms:W3CDTF">2025-09-13T19:18:46Z</dcterms:modified>
  <cp:category/>
</cp:coreProperties>
</file>